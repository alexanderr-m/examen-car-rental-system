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e26ad281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e26ad281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e26ad281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e26ad281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fbe48f4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fbe48f4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fc3f7fe4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fc3f7fe4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fc3f7fe4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fc3f7fe4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fc3f7fe4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fc3f7fe4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fc3f7fe4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fc3f7fe4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fc3f7fe4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fc3f7fe4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fc3f7fe4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fc3f7fe4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fc3f7fe4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fc3f7fe4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fc3f7fe4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fc3f7fe4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fc3f7fe4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fc3f7fe4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OOP MODELING- ALQUILER DE COCHES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ALEXANDER ROMANO, PABLO CORRAL Y </a:t>
            </a:r>
            <a:r>
              <a:rPr lang="es"/>
              <a:t>ANDRÉS</a:t>
            </a:r>
            <a:r>
              <a:rPr lang="es"/>
              <a:t> PEREZ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INDICE 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EXPLICACIÓN</a:t>
            </a:r>
            <a:r>
              <a:rPr lang="es"/>
              <a:t>  SOBRE EL PROYECTO GENERAL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¿QUE ES LA POO?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ESTRUCTURA DEL PROYECTO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CLASES PRINCIPALES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FUNCIONAMIENTO DEL PROGRAMA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CLASE MAIN Y FLUJO DEL PROGRAMA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USO DE GIT EN EL DESARROLLO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FLUJO DE TRABAJO EN GIT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CONFLICTOS Y TRABAJOS EN EQUIPO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CONCLUSION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</a:t>
            </a:r>
            <a:r>
              <a:rPr lang="es"/>
              <a:t>EXPLICACIÓN</a:t>
            </a:r>
            <a:r>
              <a:rPr lang="es"/>
              <a:t> DEL PROYECTO GENERAL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Nuestro proyecto es una aplicación en Java que simula un sistema de alquiler de coches. Se pueden registrar coches, clientes y crear alquileres. Lo hicimos aplicando Programación Orientada a Objetos y usando Git para controlar las versiones del código.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0725" y="2864376"/>
            <a:ext cx="3091901" cy="20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502400" y="8157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2.¿QUE ES LA POO?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392250" y="17703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POO es una forma de programar donde representamos todo como objetos.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Por ejemplo, un coche tiene atributos como marca o matrícula, y métodos como calcular el precio del alquiler.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Igual pasa con los clientes o los alquileres. Así el código está más ordenado, es más fácil de entender y de ampliar.</a:t>
            </a:r>
            <a:endParaRPr/>
          </a:p>
        </p:txBody>
      </p:sp>
      <p:pic>
        <p:nvPicPr>
          <p:cNvPr id="149" name="Google Shape;14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345" y="200995"/>
            <a:ext cx="3040375" cy="21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3.ESTRUCTURA DEL PROYECTO</a:t>
            </a:r>
            <a:endParaRPr/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IntelliJ organizamos el proyecto por paquetes.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paquete “modelo” tiene las clases Coche, Cliente y Alquiler.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“servicios” contiene la lógica que gestiona las operaciones, como crear o buscar coches.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Y en “principal” está la clase Main, que ejecuta el programa.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Esto hace que el código esté bien estructurado y fácil de mantener.</a:t>
            </a:r>
            <a:endParaRPr/>
          </a:p>
        </p:txBody>
      </p:sp>
      <p:pic>
        <p:nvPicPr>
          <p:cNvPr id="156" name="Google Shape;156;p17" title="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545" y="196250"/>
            <a:ext cx="2193575" cy="266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4.CLASES PRINCIPALES</a:t>
            </a:r>
            <a:endParaRPr/>
          </a:p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Estas son las tres clases principales.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Coche guarda los datos del vehículo, Cliente los del usuario, y Alquiler une ambas cosas con las fechas y el coste total.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Cada clase tiene métodos para acceder a los datos y mostrarlos de forma legible.</a:t>
            </a:r>
            <a:endParaRPr/>
          </a:p>
        </p:txBody>
      </p:sp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2300" y="845600"/>
            <a:ext cx="2609000" cy="7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5.FUNCIONAMIENTO DEL PROGRAMA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programa permite dar de alta coches y clientes, crear un alquiler y calcular su precio según los días.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También se pueden ver listados de coches y alquileres activos.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Todo se guarda en memoria usando listas (ArrayList) para simplificar el ejemplo.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688550"/>
            <a:ext cx="7505701" cy="3750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6. CLASE MAIN Y FLUJO DEL PROGRAMA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clase Main es la que arranca el programa.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Muestra un menú por consola para que el usuario elija qué hacer.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Luego llama a los métodos del servicio según la opción: registrar, alquilar, mostrar datos,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Así se separa la lógica del negocio de la parte visual.</a:t>
            </a:r>
            <a:endParaRPr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9925" y="3105375"/>
            <a:ext cx="3077150" cy="178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7. USO DE GIT EN EL DESARROLLO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Usamos Git desde el principio para organizar el desarrollo.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Creamos un repositorio con git init, íbamos haciendo commits con cada avance y trabajábamos en ramas distintas según la función, como “feature/reservas”.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Luego uníamos el trabajo con git merge para mantener el proyecto actualizado.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8.FLUJO DE TRABAJO EN GIT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flujo era sencillo: modificábamos el código, lo añadíamos al área de preparación, hacíamos un commit y luego subíamos los cambios a GitHub.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 otro compañero trabajaba, hacíamos git pull para traer sus actualizaciones.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Así todos teníamos el mismo código sin pisarnos los cambios.</a:t>
            </a: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275" y="732350"/>
            <a:ext cx="21336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9.CONFLICTOS Y TRABAJOS EN EQUIPO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veces dos personas modificaban el mismo archivo y Git no sabía qué versión mantener.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 esos casos aparecía un conflicto, que resolvíamos manualmente eligiendo qué parte dejar.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Para evitar problemas, hacíamos commits pequeños, mensajes claros y usábamos .gitignore para no subir archivos innecesarios.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10. CONCLUSION</a:t>
            </a:r>
            <a:endParaRPr/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conclusión, el proyecto de alquiler de coches nos permitió aplicar todo lo aprendido en programación orientada a objetos y control de versiones.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Logramos una aplicación que funciona bien, con código limpio y un trabajo colaborativo ordenado gracias a Git.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